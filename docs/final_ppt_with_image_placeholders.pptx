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76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75700-3F41-41EA-BD8C-088E453D253A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633FA-6128-44D1-91F9-A685AB283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167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1629" y="130630"/>
            <a:ext cx="7912022" cy="6727370"/>
          </a:xfrm>
        </p:spPr>
        <p:txBody>
          <a:bodyPr>
            <a:normAutofit/>
          </a:bodyPr>
          <a:lstStyle/>
          <a:p>
            <a:r>
              <a:rPr lang="en-IN" b="1" dirty="0"/>
              <a:t>Industrial Predictive Maintenance System</a:t>
            </a:r>
            <a:br>
              <a:rPr lang="en-IN" dirty="0"/>
            </a:br>
            <a:r>
              <a:rPr lang="en-IN" dirty="0"/>
              <a:t>Using IoT | Real-time Monitoring</a:t>
            </a:r>
            <a:br>
              <a:rPr lang="en-IN" dirty="0"/>
            </a:br>
            <a:r>
              <a:rPr lang="en-IN" b="1" dirty="0"/>
              <a:t>Galla Divya Teja</a:t>
            </a:r>
            <a:br>
              <a:rPr lang="en-IN" dirty="0"/>
            </a:br>
            <a:r>
              <a:rPr lang="en-IN" dirty="0"/>
              <a:t>B.Tech – ECE</a:t>
            </a:r>
            <a:br>
              <a:rPr lang="en-IN" dirty="0"/>
            </a:br>
            <a:r>
              <a:rPr dirty="0"/>
              <a:t> </a:t>
            </a:r>
          </a:p>
        </p:txBody>
      </p:sp>
      <p:sp>
        <p:nvSpPr>
          <p:cNvPr id="4" name="AutoShape 2" descr="Futuristic Smart Factory Background With Digital Industrial Automation And  Neon Tech Floor, Smart Factory, Industrial Automation, Futuristic Manufacturing  Background Image And Wallpaper for Free Download">
            <a:extLst>
              <a:ext uri="{FF2B5EF4-FFF2-40B4-BE49-F238E27FC236}">
                <a16:creationId xmlns:a16="http://schemas.microsoft.com/office/drawing/2014/main" id="{F119C208-618B-DF3D-4A15-03A9654FE6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33601" y="990601"/>
            <a:ext cx="6498770" cy="6498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Futuristic Smart Factory Background With Digital Industrial Automation And  Neon Tech Floor, Smart Factory, Industrial Automation, Futuristic Manufacturing  Background Image And Wallpaper for Free Download">
            <a:extLst>
              <a:ext uri="{FF2B5EF4-FFF2-40B4-BE49-F238E27FC236}">
                <a16:creationId xmlns:a16="http://schemas.microsoft.com/office/drawing/2014/main" id="{76B137A9-BE76-2457-0C88-6B9F62E534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122" name="Picture 2" descr="What is Industry 4.0? Smart Manufacturing, Industrial Networks and IIo –  ATGBICS">
            <a:extLst>
              <a:ext uri="{FF2B5EF4-FFF2-40B4-BE49-F238E27FC236}">
                <a16:creationId xmlns:a16="http://schemas.microsoft.com/office/drawing/2014/main" id="{9837F563-0DFD-F6BD-DE64-954E3B383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399" y="1730829"/>
            <a:ext cx="1413252" cy="1240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89314"/>
            <a:ext cx="6237514" cy="226422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418FBE0-072C-F523-0577-2EDB21462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62301"/>
            <a:ext cx="4256541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(body)"/>
              </a:rPr>
              <a:t>IoT-based system for monitoring machine health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(body)"/>
              </a:rPr>
              <a:t>Uses real-time sensor data (temperature,               vibration, pressure)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(body)"/>
              </a:rPr>
              <a:t>Detects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(body)"/>
                <a:ea typeface="Calibri" panose="020F0502020204030204" pitchFamily="34" charset="0"/>
                <a:cs typeface="Calibri" panose="020F0502020204030204" pitchFamily="34" charset="0"/>
              </a:rPr>
              <a:t>abnormal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(body)"/>
              </a:rPr>
              <a:t> conditions early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(body)"/>
              </a:rPr>
              <a:t>Improves efficiency and reduces downtime </a:t>
            </a:r>
          </a:p>
        </p:txBody>
      </p:sp>
      <p:pic>
        <p:nvPicPr>
          <p:cNvPr id="1031" name="Picture 7" descr="Importance of Machine Health Monitoring in Industrial Operations? - NCD.io">
            <a:extLst>
              <a:ext uri="{FF2B5EF4-FFF2-40B4-BE49-F238E27FC236}">
                <a16:creationId xmlns:a16="http://schemas.microsoft.com/office/drawing/2014/main" id="{12D4F3F7-8972-D44F-CD97-C062BDC61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589314"/>
            <a:ext cx="4256541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Sensors → NodeMCU → Data Processing → Decision → Alert</a:t>
            </a:r>
            <a:endParaRPr dirty="0"/>
          </a:p>
        </p:txBody>
      </p:sp>
      <p:sp>
        <p:nvSpPr>
          <p:cNvPr id="5" name="AutoShape 4" descr="System architecture diagram of predictive maintenance platform within... |  Download Scientific Diagram">
            <a:extLst>
              <a:ext uri="{FF2B5EF4-FFF2-40B4-BE49-F238E27FC236}">
                <a16:creationId xmlns:a16="http://schemas.microsoft.com/office/drawing/2014/main" id="{64742633-7A78-2F98-94B8-57DCC980F6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6" descr="System architecture diagram of predictive maintenance platform within... |  Download Scientific Diagram">
            <a:extLst>
              <a:ext uri="{FF2B5EF4-FFF2-40B4-BE49-F238E27FC236}">
                <a16:creationId xmlns:a16="http://schemas.microsoft.com/office/drawing/2014/main" id="{5CF8D485-8FD3-C53A-4DA1-B5D05C9FB1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AutoShape 10" descr="System architecture diagram of predictive maintenance platform within... |  Download Scientific Diagram">
            <a:extLst>
              <a:ext uri="{FF2B5EF4-FFF2-40B4-BE49-F238E27FC236}">
                <a16:creationId xmlns:a16="http://schemas.microsoft.com/office/drawing/2014/main" id="{7DDA178B-8899-DBCE-6B38-2EB5BD0919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74" name="Picture 2" descr="IoT for Predictive Maintenance: Essence, Architecture, Applications">
            <a:extLst>
              <a:ext uri="{FF2B5EF4-FFF2-40B4-BE49-F238E27FC236}">
                <a16:creationId xmlns:a16="http://schemas.microsoft.com/office/drawing/2014/main" id="{5673B28A-54D9-EE36-A54F-E76A8B007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86" y="2732314"/>
            <a:ext cx="7217228" cy="339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72065"/>
            <a:ext cx="4833257" cy="4950505"/>
          </a:xfrm>
        </p:spPr>
        <p:txBody>
          <a:bodyPr>
            <a:normAutofit/>
          </a:bodyPr>
          <a:lstStyle/>
          <a:p>
            <a:r>
              <a:rPr lang="en-IN" dirty="0"/>
              <a:t>Continuous real-time monitoring</a:t>
            </a:r>
          </a:p>
          <a:p>
            <a:r>
              <a:rPr lang="en-IN" dirty="0"/>
              <a:t>Threshold-based anomaly detection</a:t>
            </a:r>
          </a:p>
          <a:p>
            <a:r>
              <a:rPr lang="en-IN" dirty="0"/>
              <a:t>Automatic alert generation</a:t>
            </a:r>
          </a:p>
          <a:p>
            <a:r>
              <a:rPr lang="en-IN" dirty="0"/>
              <a:t>Scalable for industrial applications</a:t>
            </a:r>
            <a:endParaRPr dirty="0"/>
          </a:p>
        </p:txBody>
      </p:sp>
      <p:sp>
        <p:nvSpPr>
          <p:cNvPr id="5" name="AutoShape 3" descr="The flowchart of the IoT-based control. | Download Scientific Diagram">
            <a:extLst>
              <a:ext uri="{FF2B5EF4-FFF2-40B4-BE49-F238E27FC236}">
                <a16:creationId xmlns:a16="http://schemas.microsoft.com/office/drawing/2014/main" id="{880655FF-072F-7A52-A2E9-E5BE82F7B6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15000" y="4223657"/>
            <a:ext cx="121623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5" descr="The flowchart of the IoT-based control. | Download Scientific Diagram">
            <a:extLst>
              <a:ext uri="{FF2B5EF4-FFF2-40B4-BE49-F238E27FC236}">
                <a16:creationId xmlns:a16="http://schemas.microsoft.com/office/drawing/2014/main" id="{A86BD32C-A9EC-7F29-AA3C-18E8F5B4BE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576943"/>
            <a:ext cx="3004457" cy="300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7" descr="The flowchart of the IoT-based control. | Download Scientific Diagram">
            <a:extLst>
              <a:ext uri="{FF2B5EF4-FFF2-40B4-BE49-F238E27FC236}">
                <a16:creationId xmlns:a16="http://schemas.microsoft.com/office/drawing/2014/main" id="{B6EF18A8-53DA-535F-0B9C-72F795E5A3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9" descr="The flowchart of the IoT-based control. | Download Scientific Diagram">
            <a:extLst>
              <a:ext uri="{FF2B5EF4-FFF2-40B4-BE49-F238E27FC236}">
                <a16:creationId xmlns:a16="http://schemas.microsoft.com/office/drawing/2014/main" id="{3695B312-49DA-9B0F-B66A-D99E9F0723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17" descr="The flowchart of the IoT-based control. | Download Scientific Diagram">
            <a:extLst>
              <a:ext uri="{FF2B5EF4-FFF2-40B4-BE49-F238E27FC236}">
                <a16:creationId xmlns:a16="http://schemas.microsoft.com/office/drawing/2014/main" id="{6776C17D-1DF4-73AE-1D29-15A86BFD31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81" name="Picture 33" descr="Real-time monitoring and optimization methods for user-side energy  management based on edge computing | Scientific Reports">
            <a:extLst>
              <a:ext uri="{FF2B5EF4-FFF2-40B4-BE49-F238E27FC236}">
                <a16:creationId xmlns:a16="http://schemas.microsoft.com/office/drawing/2014/main" id="{68418E5C-1613-7F17-3791-2CAFD18F6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2448" y="1698172"/>
            <a:ext cx="3021952" cy="4049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/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Threshold value = 70</a:t>
            </a:r>
          </a:p>
          <a:p>
            <a:r>
              <a:rPr lang="en-IN" dirty="0"/>
              <a:t>Sensor &gt; 70 → Maintenance Alert</a:t>
            </a:r>
          </a:p>
          <a:p>
            <a:r>
              <a:rPr lang="en-IN" dirty="0"/>
              <a:t>Sensor ≤ 70 → System Normal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sz="2800" dirty="0"/>
              <a:t>Example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sz="2800" dirty="0"/>
              <a:t>                   85 → Alert</a:t>
            </a:r>
          </a:p>
          <a:p>
            <a:pPr marL="0" indent="0">
              <a:buNone/>
            </a:pPr>
            <a:r>
              <a:rPr lang="en-IN" sz="2800" dirty="0"/>
              <a:t>                   45 → Normal</a:t>
            </a:r>
            <a:endParaRPr sz="2800" dirty="0"/>
          </a:p>
        </p:txBody>
      </p:sp>
      <p:sp>
        <p:nvSpPr>
          <p:cNvPr id="4" name="AutoShape 2" descr="RAG Status: A Simple Guide to Effective KPI Management | ClearPoint  Strategy Blog">
            <a:extLst>
              <a:ext uri="{FF2B5EF4-FFF2-40B4-BE49-F238E27FC236}">
                <a16:creationId xmlns:a16="http://schemas.microsoft.com/office/drawing/2014/main" id="{FE4482CD-C5F9-13D0-B3B5-419F0D94DB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10" descr="RAG Status: A Simple Guide to Effective KPI Management | ClearPoint  Strategy Blog">
            <a:extLst>
              <a:ext uri="{FF2B5EF4-FFF2-40B4-BE49-F238E27FC236}">
                <a16:creationId xmlns:a16="http://schemas.microsoft.com/office/drawing/2014/main" id="{63D3CC29-FF99-DD86-4CE8-CFD6932C2E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12" descr="RAG Status: A Simple Guide to Effective KPI Management | ClearPoint  Strategy Blog">
            <a:extLst>
              <a:ext uri="{FF2B5EF4-FFF2-40B4-BE49-F238E27FC236}">
                <a16:creationId xmlns:a16="http://schemas.microsoft.com/office/drawing/2014/main" id="{BA57AAE0-EB3B-D2DB-28A4-2A02FF8F03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120" name="Picture 24" descr="A dashboard displaying a Green/Red indicator denoting the status of AVDs  and VMs heartbeat - Microsoft Q&amp;A">
            <a:extLst>
              <a:ext uri="{FF2B5EF4-FFF2-40B4-BE49-F238E27FC236}">
                <a16:creationId xmlns:a16="http://schemas.microsoft.com/office/drawing/2014/main" id="{D0541D25-C45E-EC0D-2BED-11471C9CE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9486" y="3257573"/>
            <a:ext cx="4637314" cy="259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dirty="0"/>
              <a:t>Reduces downtime</a:t>
            </a:r>
          </a:p>
          <a:p>
            <a:r>
              <a:rPr dirty="0"/>
              <a:t>Cost effective</a:t>
            </a:r>
            <a:r>
              <a:rPr lang="en-IN" dirty="0"/>
              <a:t> solution</a:t>
            </a:r>
            <a:endParaRPr dirty="0"/>
          </a:p>
          <a:p>
            <a:r>
              <a:rPr dirty="0"/>
              <a:t>Improves</a:t>
            </a:r>
            <a:r>
              <a:rPr lang="en-IN" dirty="0"/>
              <a:t> efficiency</a:t>
            </a:r>
          </a:p>
          <a:p>
            <a:r>
              <a:rPr lang="en-IN" dirty="0"/>
              <a:t>Increases equipment life</a:t>
            </a:r>
            <a:endParaRPr dirty="0"/>
          </a:p>
        </p:txBody>
      </p:sp>
      <p:pic>
        <p:nvPicPr>
          <p:cNvPr id="6146" name="Picture 2" descr="Business Development Training Employee Productivity And Efficiency Graph For  Last 5 Years PPT PowerPoint">
            <a:extLst>
              <a:ext uri="{FF2B5EF4-FFF2-40B4-BE49-F238E27FC236}">
                <a16:creationId xmlns:a16="http://schemas.microsoft.com/office/drawing/2014/main" id="{289AAD76-B74C-C48B-ECFB-8B96FA080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714" y="1796143"/>
            <a:ext cx="4354286" cy="292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170" y="1077686"/>
            <a:ext cx="4441373" cy="490945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US" dirty="0"/>
              <a:t>Integration with AI/ML for better prediction</a:t>
            </a:r>
          </a:p>
          <a:p>
            <a:r>
              <a:rPr lang="en-IN" dirty="0"/>
              <a:t>Cloud-based remote monitoring</a:t>
            </a:r>
          </a:p>
          <a:p>
            <a:r>
              <a:rPr lang="en-IN" dirty="0"/>
              <a:t>Advanced analytics and automation</a:t>
            </a:r>
            <a:endParaRPr dirty="0"/>
          </a:p>
        </p:txBody>
      </p:sp>
      <p:pic>
        <p:nvPicPr>
          <p:cNvPr id="7170" name="Picture 2" descr="Future Trends in Industrial Automation: AI, IoT, and Smart Manufacturing">
            <a:extLst>
              <a:ext uri="{FF2B5EF4-FFF2-40B4-BE49-F238E27FC236}">
                <a16:creationId xmlns:a16="http://schemas.microsoft.com/office/drawing/2014/main" id="{7A691E3E-A7ED-2859-A19C-3C914F7E9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8572" y="1926770"/>
            <a:ext cx="3788228" cy="2917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134</Words>
  <Application>Microsoft Office PowerPoint</Application>
  <PresentationFormat>On-screen Show (4:3)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Calibri(body)</vt:lpstr>
      <vt:lpstr>Office Theme</vt:lpstr>
      <vt:lpstr>Industrial Predictive Maintenance System Using IoT | Real-time Monitoring Galla Divya Teja B.Tech – ECE  </vt:lpstr>
      <vt:lpstr>Introduction</vt:lpstr>
      <vt:lpstr>System Architecture</vt:lpstr>
      <vt:lpstr>Proposed System</vt:lpstr>
      <vt:lpstr>Output / Working</vt:lpstr>
      <vt:lpstr>Advantages</vt:lpstr>
      <vt:lpstr>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Galla Teja</cp:lastModifiedBy>
  <cp:revision>3</cp:revision>
  <dcterms:created xsi:type="dcterms:W3CDTF">2013-01-27T09:14:16Z</dcterms:created>
  <dcterms:modified xsi:type="dcterms:W3CDTF">2026-03-26T16:57:50Z</dcterms:modified>
  <cp:category/>
</cp:coreProperties>
</file>